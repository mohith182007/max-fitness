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4630400" cy="8229600"/>
  <p:notesSz cx="8229600" cy="14630400"/>
  <p:embeddedFontLst>
    <p:embeddedFont>
      <p:font typeface="Mukta Light" panose="020B0604020202020204" charset="0"/>
      <p:regular r:id="rId6"/>
    </p:embeddedFont>
    <p:embeddedFont>
      <p:font typeface="Prompt Medium" panose="00000600000000000000" pitchFamily="2" charset="-3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1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187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ebp"/><Relationship Id="rId3" Type="http://schemas.openxmlformats.org/officeDocument/2006/relationships/image" Target="../media/image3.png"/><Relationship Id="rId7" Type="http://schemas.openxmlformats.org/officeDocument/2006/relationships/image" Target="../media/image7.web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256234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Matrices in Sports Analytics: A Game-Changer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998119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matrix is a powerful mathematical tool, essentially a table of numbers organized in rows and columns. Far from being an abstract concept, matrices are revolutionizing the world of sports. From strategic decision-making to enhancing individual performance and deep game analysis, they offer a clear, structured way to interpret complex data.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6834" y="832009"/>
            <a:ext cx="12525070" cy="558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Unveiling Player Performance Through Statistical Matrices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61422" y="1819870"/>
            <a:ext cx="6510695" cy="2642949"/>
          </a:xfrm>
          <a:prstGeom prst="roundRect">
            <a:avLst>
              <a:gd name="adj" fmla="val 319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2614" y="2001560"/>
            <a:ext cx="603409" cy="603409"/>
          </a:xfrm>
          <a:prstGeom prst="roundRect">
            <a:avLst>
              <a:gd name="adj" fmla="val 15152385"/>
            </a:avLst>
          </a:prstGeom>
          <a:solidFill>
            <a:srgbClr val="A95B9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587" y="2167533"/>
            <a:ext cx="271463" cy="2714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2614" y="2806065"/>
            <a:ext cx="2681883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Football Player Stats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12614" y="3261955"/>
            <a:ext cx="6093262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Imagine a matrix for a football team where each </a:t>
            </a:r>
            <a:r>
              <a:rPr lang="en-US" sz="15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row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represents a player and each </a:t>
            </a:r>
            <a:r>
              <a:rPr lang="en-US" sz="15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column</a:t>
            </a: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details their performance metrics like goals scored, successful passes, tackles made, and fouls committed.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15689" y="1792843"/>
            <a:ext cx="6510814" cy="2642949"/>
          </a:xfrm>
          <a:prstGeom prst="roundRect">
            <a:avLst>
              <a:gd name="adj" fmla="val 3196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24405" y="2001560"/>
            <a:ext cx="603409" cy="603409"/>
          </a:xfrm>
          <a:prstGeom prst="roundRect">
            <a:avLst>
              <a:gd name="adj" fmla="val 15152385"/>
            </a:avLst>
          </a:prstGeom>
          <a:solidFill>
            <a:srgbClr val="A95B9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0378" y="2167533"/>
            <a:ext cx="271463" cy="2714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4405" y="2806065"/>
            <a:ext cx="3820597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Instant Comparison &amp; Insight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24405" y="3261955"/>
            <a:ext cx="6093381" cy="965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structured data allows coaches to quickly compare players, identify top performers, pinpoint areas for improvement, and make informed decisions about team selection and training focus.</a:t>
            </a:r>
            <a:endParaRPr lang="en-US" sz="15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5C1242-2156-6355-74B1-FCCCD2F61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0955" y="4979127"/>
            <a:ext cx="5373854" cy="29975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823BFB9-C09F-A41C-AA8C-7FF282E2E4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4872" y="4937980"/>
            <a:ext cx="4632446" cy="29975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59" y="339447"/>
            <a:ext cx="659987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Mastering Team Strategy with Positional Matrices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24458" y="978575"/>
            <a:ext cx="7443549" cy="61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Beyond individual stats, matrices are indispensable for </a:t>
            </a:r>
            <a:r>
              <a:rPr lang="en-US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team strategy and planning</a:t>
            </a: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 In fast-paced games like basketball or hockey, coaches meticulously use matrices to analyze player movements and formations on the court or ice</a:t>
            </a:r>
            <a:r>
              <a:rPr lang="en-US" sz="16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2777" y="1768224"/>
            <a:ext cx="743604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cell in the matrix can represent a specific zone or position.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2777" y="2119615"/>
            <a:ext cx="7436048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Player movements are tracked and recorded, revealing patterns</a:t>
            </a: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2777" y="2452931"/>
            <a:ext cx="7436048" cy="274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This visual data helps identify effective plays and tactical weaknesses</a:t>
            </a: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4458" y="2892581"/>
            <a:ext cx="7305198" cy="701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By understanding which strategies yield the best results, teams can refine their tactics, optimize player interactions, and ultimately enhance teamwork for competitive advantage.</a:t>
            </a: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77" y="3791728"/>
            <a:ext cx="6029325" cy="3536507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617" y="600414"/>
            <a:ext cx="6029325" cy="686879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59" y="13481447"/>
            <a:ext cx="4588788" cy="493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5308" y="14098548"/>
            <a:ext cx="172938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Analyze Player Movement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55308" y="14344055"/>
            <a:ext cx="434209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Track positions to identify patterns.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747" y="13481447"/>
            <a:ext cx="4588788" cy="493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44095" y="14098548"/>
            <a:ext cx="151828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Identify Effective Plays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144095" y="14344055"/>
            <a:ext cx="4342090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Pinpoint successful offensive and defensive strategies.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9534" y="13481447"/>
            <a:ext cx="4588907" cy="49375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732883" y="14098548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Optimize Teamwork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9732883" y="14344055"/>
            <a:ext cx="4342209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Refine coordination and improve overall performance.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41D20E-0AEA-4401-BB82-FDC07634CC2C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277</Words>
  <Application>Microsoft Office PowerPoint</Application>
  <PresentationFormat>Custom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Mukta Light</vt:lpstr>
      <vt:lpstr>Arial</vt:lpstr>
      <vt:lpstr>Prompt Medium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Smart Milan</cp:lastModifiedBy>
  <cp:revision>4</cp:revision>
  <dcterms:created xsi:type="dcterms:W3CDTF">2025-12-08T15:48:56Z</dcterms:created>
  <dcterms:modified xsi:type="dcterms:W3CDTF">2025-12-08T17:02:20Z</dcterms:modified>
</cp:coreProperties>
</file>